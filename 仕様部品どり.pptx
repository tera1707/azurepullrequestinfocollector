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90" y="19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54223-76F9-40CC-A277-DFD857412E6E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0AB1-CDAB-4AA3-9118-BDFA0353A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015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54223-76F9-40CC-A277-DFD857412E6E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0AB1-CDAB-4AA3-9118-BDFA0353A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9819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54223-76F9-40CC-A277-DFD857412E6E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0AB1-CDAB-4AA3-9118-BDFA0353A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2635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54223-76F9-40CC-A277-DFD857412E6E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0AB1-CDAB-4AA3-9118-BDFA0353A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2403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54223-76F9-40CC-A277-DFD857412E6E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0AB1-CDAB-4AA3-9118-BDFA0353A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3919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54223-76F9-40CC-A277-DFD857412E6E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0AB1-CDAB-4AA3-9118-BDFA0353A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898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54223-76F9-40CC-A277-DFD857412E6E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0AB1-CDAB-4AA3-9118-BDFA0353A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016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54223-76F9-40CC-A277-DFD857412E6E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0AB1-CDAB-4AA3-9118-BDFA0353A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29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54223-76F9-40CC-A277-DFD857412E6E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0AB1-CDAB-4AA3-9118-BDFA0353A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040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54223-76F9-40CC-A277-DFD857412E6E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0AB1-CDAB-4AA3-9118-BDFA0353A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2225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54223-76F9-40CC-A277-DFD857412E6E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0AB1-CDAB-4AA3-9118-BDFA0353A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8209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54223-76F9-40CC-A277-DFD857412E6E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90AB1-CDAB-4AA3-9118-BDFA0353A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1236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578498" y="1026367"/>
            <a:ext cx="5178490" cy="5686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87146" y="5139159"/>
            <a:ext cx="12915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smtClean="0"/>
              <a:t>Organization</a:t>
            </a:r>
            <a:r>
              <a:rPr kumimoji="1" lang="ja-JP" altLang="en-US" sz="1400" dirty="0" smtClean="0"/>
              <a:t>名</a:t>
            </a:r>
            <a:endParaRPr kumimoji="1" lang="ja-JP" altLang="en-US" sz="1400" dirty="0"/>
          </a:p>
        </p:txBody>
      </p:sp>
      <p:sp>
        <p:nvSpPr>
          <p:cNvPr id="6" name="正方形/長方形 5"/>
          <p:cNvSpPr/>
          <p:nvPr/>
        </p:nvSpPr>
        <p:spPr>
          <a:xfrm>
            <a:off x="2604303" y="5139159"/>
            <a:ext cx="2974693" cy="3240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87146" y="5471337"/>
            <a:ext cx="88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 smtClean="0"/>
              <a:t>Project</a:t>
            </a:r>
            <a:r>
              <a:rPr lang="ja-JP" altLang="en-US" sz="1400" dirty="0" smtClean="0"/>
              <a:t>名</a:t>
            </a:r>
            <a:endParaRPr kumimoji="1" lang="ja-JP" altLang="en-US" sz="1400" dirty="0"/>
          </a:p>
        </p:txBody>
      </p:sp>
      <p:sp>
        <p:nvSpPr>
          <p:cNvPr id="9" name="正方形/長方形 8"/>
          <p:cNvSpPr/>
          <p:nvPr/>
        </p:nvSpPr>
        <p:spPr>
          <a:xfrm>
            <a:off x="2604302" y="5485871"/>
            <a:ext cx="2974693" cy="3240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687146" y="5864946"/>
            <a:ext cx="1808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自分</a:t>
            </a:r>
            <a:r>
              <a:rPr lang="ja-JP" altLang="en-US" sz="1400" dirty="0" smtClean="0"/>
              <a:t>のメールアドレス</a:t>
            </a:r>
            <a:endParaRPr kumimoji="1" lang="ja-JP" altLang="en-US" sz="1400" dirty="0"/>
          </a:p>
        </p:txBody>
      </p:sp>
      <p:sp>
        <p:nvSpPr>
          <p:cNvPr id="11" name="正方形/長方形 10"/>
          <p:cNvSpPr/>
          <p:nvPr/>
        </p:nvSpPr>
        <p:spPr>
          <a:xfrm>
            <a:off x="2604302" y="5832522"/>
            <a:ext cx="2974693" cy="3240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687146" y="6238754"/>
            <a:ext cx="4891849" cy="3356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設定を保存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pic>
        <p:nvPicPr>
          <p:cNvPr id="13" name="図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50" y="1547185"/>
            <a:ext cx="4372585" cy="3372321"/>
          </a:xfrm>
          <a:prstGeom prst="rect">
            <a:avLst/>
          </a:prstGeom>
        </p:spPr>
      </p:pic>
      <p:sp>
        <p:nvSpPr>
          <p:cNvPr id="14" name="正方形/長方形 13"/>
          <p:cNvSpPr/>
          <p:nvPr/>
        </p:nvSpPr>
        <p:spPr>
          <a:xfrm>
            <a:off x="578498" y="1026367"/>
            <a:ext cx="5178490" cy="362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5445886" y="1063099"/>
            <a:ext cx="266218" cy="2662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×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/>
        </p:nvSpPr>
        <p:spPr>
          <a:xfrm>
            <a:off x="5127580" y="1070658"/>
            <a:ext cx="266218" cy="266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 smtClean="0"/>
              <a:t>□</a:t>
            </a:r>
            <a:endParaRPr kumimoji="1" lang="ja-JP" altLang="en-US" sz="1200" dirty="0"/>
          </a:p>
        </p:txBody>
      </p:sp>
      <p:sp>
        <p:nvSpPr>
          <p:cNvPr id="17" name="正方形/長方形 16"/>
          <p:cNvSpPr/>
          <p:nvPr/>
        </p:nvSpPr>
        <p:spPr>
          <a:xfrm>
            <a:off x="4810687" y="1067241"/>
            <a:ext cx="266218" cy="266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－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31450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578498" y="818019"/>
            <a:ext cx="5178490" cy="58952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87146" y="5139159"/>
            <a:ext cx="12915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smtClean="0"/>
              <a:t>Organization</a:t>
            </a:r>
            <a:r>
              <a:rPr kumimoji="1" lang="ja-JP" altLang="en-US" sz="1400" dirty="0" smtClean="0"/>
              <a:t>名</a:t>
            </a:r>
            <a:endParaRPr kumimoji="1" lang="ja-JP" altLang="en-US" sz="1400" dirty="0"/>
          </a:p>
        </p:txBody>
      </p:sp>
      <p:sp>
        <p:nvSpPr>
          <p:cNvPr id="6" name="正方形/長方形 5"/>
          <p:cNvSpPr/>
          <p:nvPr/>
        </p:nvSpPr>
        <p:spPr>
          <a:xfrm>
            <a:off x="2604303" y="5139159"/>
            <a:ext cx="2974693" cy="3240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87146" y="5471337"/>
            <a:ext cx="88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 smtClean="0"/>
              <a:t>Project</a:t>
            </a:r>
            <a:r>
              <a:rPr lang="ja-JP" altLang="en-US" sz="1400" dirty="0" smtClean="0"/>
              <a:t>名</a:t>
            </a:r>
            <a:endParaRPr kumimoji="1" lang="ja-JP" altLang="en-US" sz="1400" dirty="0"/>
          </a:p>
        </p:txBody>
      </p:sp>
      <p:sp>
        <p:nvSpPr>
          <p:cNvPr id="9" name="正方形/長方形 8"/>
          <p:cNvSpPr/>
          <p:nvPr/>
        </p:nvSpPr>
        <p:spPr>
          <a:xfrm>
            <a:off x="2604302" y="5485871"/>
            <a:ext cx="2974693" cy="3240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687146" y="5864946"/>
            <a:ext cx="1808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自分</a:t>
            </a:r>
            <a:r>
              <a:rPr lang="ja-JP" altLang="en-US" sz="1400" dirty="0" smtClean="0"/>
              <a:t>のメールアドレス</a:t>
            </a:r>
            <a:endParaRPr kumimoji="1" lang="ja-JP" altLang="en-US" sz="1400" dirty="0"/>
          </a:p>
        </p:txBody>
      </p:sp>
      <p:sp>
        <p:nvSpPr>
          <p:cNvPr id="11" name="正方形/長方形 10"/>
          <p:cNvSpPr/>
          <p:nvPr/>
        </p:nvSpPr>
        <p:spPr>
          <a:xfrm>
            <a:off x="2604302" y="5832522"/>
            <a:ext cx="2974693" cy="3240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787078" y="6238754"/>
            <a:ext cx="4791917" cy="3356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設定を保存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578498" y="818019"/>
            <a:ext cx="5178490" cy="362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5445886" y="854751"/>
            <a:ext cx="266218" cy="2662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×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/>
        </p:nvSpPr>
        <p:spPr>
          <a:xfrm>
            <a:off x="5127580" y="862310"/>
            <a:ext cx="266218" cy="266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 smtClean="0"/>
              <a:t>□</a:t>
            </a:r>
            <a:endParaRPr kumimoji="1" lang="ja-JP" altLang="en-US" sz="1200" dirty="0"/>
          </a:p>
        </p:txBody>
      </p:sp>
      <p:sp>
        <p:nvSpPr>
          <p:cNvPr id="17" name="正方形/長方形 16"/>
          <p:cNvSpPr/>
          <p:nvPr/>
        </p:nvSpPr>
        <p:spPr>
          <a:xfrm>
            <a:off x="4810687" y="858893"/>
            <a:ext cx="266218" cy="266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－</a:t>
            </a:r>
            <a:endParaRPr kumimoji="1" lang="ja-JP" altLang="en-US" dirty="0"/>
          </a:p>
        </p:txBody>
      </p:sp>
      <p:sp>
        <p:nvSpPr>
          <p:cNvPr id="2" name="正方形/長方形 1"/>
          <p:cNvSpPr/>
          <p:nvPr/>
        </p:nvSpPr>
        <p:spPr>
          <a:xfrm>
            <a:off x="721871" y="1296358"/>
            <a:ext cx="4891849" cy="25117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>
            <a:off x="3865941" y="3952743"/>
            <a:ext cx="1713054" cy="10121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プルリク</a:t>
            </a:r>
            <a:endParaRPr kumimoji="1" lang="en-US" altLang="ja-JP" sz="1400" dirty="0" smtClean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コメント</a:t>
            </a:r>
            <a:endParaRPr kumimoji="1" lang="en-US" altLang="ja-JP" sz="1400" dirty="0" smtClean="0">
              <a:solidFill>
                <a:schemeClr val="tx1"/>
              </a:solidFill>
            </a:endParaRPr>
          </a:p>
          <a:p>
            <a:pPr algn="ctr"/>
            <a:r>
              <a:rPr lang="ja-JP" altLang="en-US" sz="1400" dirty="0" smtClean="0">
                <a:solidFill>
                  <a:schemeClr val="tx1"/>
                </a:solidFill>
              </a:rPr>
              <a:t>検索</a:t>
            </a:r>
            <a:endParaRPr lang="en-US" altLang="ja-JP" sz="1400" dirty="0" smtClean="0">
              <a:solidFill>
                <a:schemeClr val="tx1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721872" y="3946955"/>
            <a:ext cx="3039900" cy="3240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 smtClean="0">
                <a:solidFill>
                  <a:schemeClr val="bg1">
                    <a:lumMod val="75000"/>
                  </a:schemeClr>
                </a:solidFill>
              </a:rPr>
              <a:t>検索ワード</a:t>
            </a:r>
            <a:r>
              <a:rPr kumimoji="1" lang="en-US" altLang="ja-JP" sz="1400" dirty="0" smtClean="0">
                <a:solidFill>
                  <a:schemeClr val="bg1">
                    <a:lumMod val="75000"/>
                  </a:schemeClr>
                </a:solidFill>
              </a:rPr>
              <a:t>1</a:t>
            </a:r>
            <a:endParaRPr kumimoji="1" lang="ja-JP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721317" y="4297612"/>
            <a:ext cx="3039900" cy="3240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bg1">
                    <a:lumMod val="75000"/>
                  </a:schemeClr>
                </a:solidFill>
              </a:rPr>
              <a:t>検索</a:t>
            </a:r>
            <a:r>
              <a:rPr lang="ja-JP" altLang="en-US" sz="1400" dirty="0" smtClean="0">
                <a:solidFill>
                  <a:schemeClr val="bg1">
                    <a:lumMod val="75000"/>
                  </a:schemeClr>
                </a:solidFill>
              </a:rPr>
              <a:t>ワード</a:t>
            </a:r>
            <a:r>
              <a:rPr lang="en-US" altLang="ja-JP" sz="1400" dirty="0" smtClean="0">
                <a:solidFill>
                  <a:schemeClr val="bg1">
                    <a:lumMod val="75000"/>
                  </a:schemeClr>
                </a:solidFill>
              </a:rPr>
              <a:t>2</a:t>
            </a:r>
            <a:endParaRPr lang="ja-JP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721317" y="4640813"/>
            <a:ext cx="3039900" cy="3240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bg1">
                    <a:lumMod val="75000"/>
                  </a:schemeClr>
                </a:solidFill>
              </a:rPr>
              <a:t>検索</a:t>
            </a:r>
            <a:r>
              <a:rPr lang="ja-JP" altLang="en-US" sz="1400" dirty="0" smtClean="0">
                <a:solidFill>
                  <a:schemeClr val="bg1">
                    <a:lumMod val="75000"/>
                  </a:schemeClr>
                </a:solidFill>
              </a:rPr>
              <a:t>ワード</a:t>
            </a:r>
            <a:r>
              <a:rPr lang="en-US" altLang="ja-JP" sz="1400" dirty="0" smtClean="0">
                <a:solidFill>
                  <a:schemeClr val="bg1">
                    <a:lumMod val="75000"/>
                  </a:schemeClr>
                </a:solidFill>
              </a:rPr>
              <a:t>3</a:t>
            </a:r>
            <a:endParaRPr lang="ja-JP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986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578498" y="818019"/>
            <a:ext cx="5178490" cy="58952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87146" y="5139159"/>
            <a:ext cx="12915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smtClean="0"/>
              <a:t>Organization</a:t>
            </a:r>
            <a:r>
              <a:rPr kumimoji="1" lang="ja-JP" altLang="en-US" sz="1400" dirty="0" smtClean="0"/>
              <a:t>名</a:t>
            </a:r>
            <a:endParaRPr kumimoji="1" lang="ja-JP" altLang="en-US" sz="1400" dirty="0"/>
          </a:p>
        </p:txBody>
      </p:sp>
      <p:sp>
        <p:nvSpPr>
          <p:cNvPr id="6" name="正方形/長方形 5"/>
          <p:cNvSpPr/>
          <p:nvPr/>
        </p:nvSpPr>
        <p:spPr>
          <a:xfrm>
            <a:off x="2604303" y="5139159"/>
            <a:ext cx="2974693" cy="3240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87146" y="5471337"/>
            <a:ext cx="88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 smtClean="0"/>
              <a:t>Project</a:t>
            </a:r>
            <a:r>
              <a:rPr lang="ja-JP" altLang="en-US" sz="1400" dirty="0" smtClean="0"/>
              <a:t>名</a:t>
            </a:r>
            <a:endParaRPr kumimoji="1" lang="ja-JP" altLang="en-US" sz="1400" dirty="0"/>
          </a:p>
        </p:txBody>
      </p:sp>
      <p:sp>
        <p:nvSpPr>
          <p:cNvPr id="9" name="正方形/長方形 8"/>
          <p:cNvSpPr/>
          <p:nvPr/>
        </p:nvSpPr>
        <p:spPr>
          <a:xfrm>
            <a:off x="2604302" y="5485871"/>
            <a:ext cx="2974693" cy="3240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687146" y="5864946"/>
            <a:ext cx="1808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自分</a:t>
            </a:r>
            <a:r>
              <a:rPr lang="ja-JP" altLang="en-US" sz="1400" dirty="0" smtClean="0"/>
              <a:t>のメールアドレス</a:t>
            </a:r>
            <a:endParaRPr kumimoji="1" lang="ja-JP" altLang="en-US" sz="1400" dirty="0"/>
          </a:p>
        </p:txBody>
      </p:sp>
      <p:sp>
        <p:nvSpPr>
          <p:cNvPr id="11" name="正方形/長方形 10"/>
          <p:cNvSpPr/>
          <p:nvPr/>
        </p:nvSpPr>
        <p:spPr>
          <a:xfrm>
            <a:off x="2604302" y="5832522"/>
            <a:ext cx="2974693" cy="3240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787078" y="6238754"/>
            <a:ext cx="4791917" cy="3356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設定を保存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578498" y="818019"/>
            <a:ext cx="5178490" cy="362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5445886" y="854751"/>
            <a:ext cx="266218" cy="2662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×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/>
        </p:nvSpPr>
        <p:spPr>
          <a:xfrm>
            <a:off x="5127580" y="862310"/>
            <a:ext cx="266218" cy="266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 smtClean="0"/>
              <a:t>□</a:t>
            </a:r>
            <a:endParaRPr kumimoji="1" lang="ja-JP" altLang="en-US" sz="1200" dirty="0"/>
          </a:p>
        </p:txBody>
      </p:sp>
      <p:sp>
        <p:nvSpPr>
          <p:cNvPr id="17" name="正方形/長方形 16"/>
          <p:cNvSpPr/>
          <p:nvPr/>
        </p:nvSpPr>
        <p:spPr>
          <a:xfrm>
            <a:off x="4810687" y="858893"/>
            <a:ext cx="266218" cy="266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－</a:t>
            </a:r>
            <a:endParaRPr kumimoji="1" lang="ja-JP" altLang="en-US" dirty="0"/>
          </a:p>
        </p:txBody>
      </p:sp>
      <p:sp>
        <p:nvSpPr>
          <p:cNvPr id="2" name="正方形/長方形 1"/>
          <p:cNvSpPr/>
          <p:nvPr/>
        </p:nvSpPr>
        <p:spPr>
          <a:xfrm>
            <a:off x="721871" y="1296358"/>
            <a:ext cx="4891849" cy="31633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>
            <a:off x="787078" y="4598566"/>
            <a:ext cx="4791917" cy="3663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自分が確認すべきプルリク検索</a:t>
            </a:r>
            <a:endParaRPr lang="en-US" altLang="ja-JP" sz="14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050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58</Words>
  <Application>Microsoft Office PowerPoint</Application>
  <PresentationFormat>ワイド画面</PresentationFormat>
  <Paragraphs>28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アカウント</dc:creator>
  <cp:lastModifiedBy>Microsoft アカウント</cp:lastModifiedBy>
  <cp:revision>5</cp:revision>
  <dcterms:created xsi:type="dcterms:W3CDTF">2025-05-23T13:33:12Z</dcterms:created>
  <dcterms:modified xsi:type="dcterms:W3CDTF">2025-05-23T13:48:20Z</dcterms:modified>
</cp:coreProperties>
</file>